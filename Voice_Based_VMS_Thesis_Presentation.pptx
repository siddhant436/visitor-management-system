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🎤 Voice-Based Visitor</a:t>
            </a:r>
            <a:br/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5E7EB"/>
                </a:solidFill>
              </a:defRPr>
            </a:pPr>
            <a:r>
              <a:t>Advanced Real-Time Notification &amp; Access Control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❌ Traditional visitor management is time-consuming (5-10 minutes per visitor)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❌ Manual entry logs are prone to errors and security vulnerabilities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❌ Paper-based systems cannot scale with growing buildings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❌ No real-time communication between residents and visitors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❌ Limited ability to verify visitor authenticity and detect threats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✅ Need for automated, intelligent, and secure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Our Solution: Voice-Based VMS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🎤 AI-powered voice recognition for instant check-in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📢 Real-time voice notifications to residents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🔗 Two-way voice communication between residents and visitors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🤖 Natural Language Processing for automatic information extraction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🔐 Advanced security with threat detection and encryption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📊 Comprehensive analytics and audit logs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⚡ Reduces check-in time to 20-30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🎤 Voice Check-In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463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📱 Mobile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7160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📞 Real-Time Calling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🔐 Security &amp; Encryption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47472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📊 Analytics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47472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🤖 Threat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69279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🚨 Emergency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557784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79" y="5669279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🌐 Cloud-Based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557784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5669279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📈 Scalable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🎨 Frontend Layer: React.js, React Native, Styled Components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⚙️ Backend Layer: FastAPI, Python, Async Processing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🎤 Voice Processing: Whisper API, OpenAI GPT, Text-to-Speech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📡 Real-Time Communication: Twilio, WebRTC, Socket.io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💾 Database: PostgreSQL, Redis Cache, Elasticsearch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☁️ Deployment: Docker, Kubernetes, Cloud Infrastructure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🔐 Security: JWT, SSL/TLS, AES Encryption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Visitor Check-In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1️⃣ Visitor arrives and selects check-in method (voice or manual)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2️⃣ Visitor records voice introduction or fills form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3️⃣ Whisper API converts speech to text with 99% accuracy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4️⃣ GPT extracts visitor info (name, phone, purpose, apartment)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5️⃣ System identifies target apartment and resident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6️⃣ Resident receives voice notification: 'You have a visitor'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7️⃣ Resident approves/rejects using voice or mobile app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8️⃣ If approved, gate unlocks automatically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Real-Time Notification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📢 Voice Notifications: Text-to-Speech in resident's preferred language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⏰ Smart Scheduling: Avoid notifications during quiet hours (10 PM - 7 AM)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✅ Approval Options: Voice commands or mobile app approval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📱 Push Notifications: Instant alerts on resident's smartphone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🔔 Customizable Preferences: Residents can set notification rules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📊 Notification Analytics: Track response times and approval rates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🔄 Fallback Mechanism: SMS backup if voice call fails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Two-Way Voice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🔗 Direct Voice Call: Resident can speak directly with visitor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🎙️ Crystal Clear Audio: Noise cancellation and echo removal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📹 Optional Video: Video call upgrade for additional verification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⏱️ Call Duration Tracking: Monitor time spent with visitor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🔐 Secure Encryption: SRTP protocol for end-to-end encryption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📝 Call Recording: Audit trail with consent management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🔊 Voice Quality: Adaptive bitrate streaming for any connection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Security &amp; Threat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🔐 Authentication: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JWT-based API authentication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Two-Factor Authentication (2FA)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OAuth 2.0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🛡️ Data Protection: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TLS 1.3 encryption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AES-256 at rest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SRTP for voice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🤖 Threat Detection: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ML-based anomaly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Voice stress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Deepfake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🚨 Emergency Response: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Auto-escalation to authorities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SOS voice commands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Real-time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React.js &amp; React Native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463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FastAPI &amp;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7160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OpenAI Whisper &amp; GPT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Twilio &amp; WebRTC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47472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PostgreSQL &amp; Redis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47472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Docker &amp; Kubernetes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69279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AWS/Google 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557784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79" y="5669279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Elasticsearch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557784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5669279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Socket.io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⚡ Response Times: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Voice processing: 3-5 sec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Info extraction: 2-3 sec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Notification: &lt; 1 sec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Approval: &lt; 1 sec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Total check-in: 20-30 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📊 Scalability: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10,000+ concurrent users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50,000+ daily visitors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100,000+ API requests/min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99.9% uptime (SLA)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Multi-region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Traditional vs Voice-Based VMS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📊 Check-In Time: 5-10 minutes ➜ 20-30 seconds (75% faster)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👤 Manual Labor: High ➜ Minimal (90% reduction)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🔒 Security Level: Moderate ➜ High (60% improvement)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📈 Scalability: Limited ➜ Excellent (10x increase)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😊 User Experience: Poor ➜ Excellent (92% satisfaction)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💰 Cost per Visitor: $0.50-$1.00 ➜ $0.05-$0.10 (80% savings)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🤖 Automation Level: 20% ➜ 90% (4.5x increase)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Mobile Application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📱 Visitor App: Voice check-in, manual registration, status tracking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👤 Resident App: Approve/reject visitors, view history, manage preferences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🛡️ Admin App: Analytics, resident management, system configuration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🔔 Push Notifications: Real-time alerts for all events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📍 Location Tracking: GPS-based visitor management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📸 Photo Capture: Visitor identification images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📊 Analytics Dashboard: Real-time metrics and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Dashboard &amp;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📊 Real-Time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463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👥 Visitor Demographics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7160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🏠 Apartment-wise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📈 Peak Time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47472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🎯 Visitor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47472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📋 Audit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69279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💾 Data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557784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79" y="5669279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🔍 Advanced 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5577840"/>
            <a:ext cx="2560320" cy="182880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5669279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📌 Custom Reports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Emergency Response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🚨 Emergency Detection: Voice-triggered SOS commands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⚡ Auto-Escalation: Immediate alert to security and authorities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📞 Direct Calling: Emergency services contacted automatically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🎙️ Call Recording: All emergency calls recorded for documentation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📍 Location Sharing: Visitor location immediately shared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🚒 Integration: Direct API integration with emergency services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📊 Incident Tracking: Complete audit trail of all emergencies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Integration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🏠 Smart Home: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Smart locks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Smart lights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Thermostats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Security cameras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Intercoms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🔗 Third-Party Services: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Delivery services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Ride-sharing apps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Building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CRM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ERP platforms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 Cases &amp;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🏢 Office Buildings: Employee visitor management, meeting coordination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🏠 Residential Complexes: Seamless resident experience, enhanced security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🏥 Hospitals: Patient visitor management, health screening integration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🎓 Universities: Student visitor management, campus security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🏨 Hotels: Guest check-in, concierge services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🏪 Retail Stores: VIP customer management, special access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🏭 Factories: Vendor management, supplier tracking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📅 Phase 1 (Month 1-2): Core voice recognition and check-in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📅 Phase 2 (Month 2-3): Real-time notifications and mobile app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📅 Phase 3 (Month 3-4): Two-way communication and security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📅 Phase 4 (Month 4-5): Analytics and admin dashboard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📅 Phase 5 (Month 5-6): Smart home integration and emergency response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📅 Phase 6 (Month 6+): AI enhancements and advanced features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🎯 Target: Full production deployment in 6 months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Benefits &amp; Return on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👥 Resident Benefits: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Enhanced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Better experience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Voice control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24/7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Peace of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💰 Business Benefits: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Reduced costs (80%)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Increased efficiency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Better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Scalable solution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ROI in 12-18 months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🎤 Challenge: Voice recognition accuracy with different accents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✅ Solution: Multi-model ensemble, user feedback loop, continuous training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🌐 Challenge: Internet dependency for real-time processing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✅ Solution: Local fallback processing, offline mode, edge computing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🔐 Challenge: Privacy concerns with voice recording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✅ Solution: End-to-end encryption, consent management, data retention policies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💾 Challenge: Integration with legacy building systems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✅ Solution: Middleware layer, API adapters, gradual migration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Compliance &amp;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🔒 Data Privacy: GDPR, CCPA, local data protection laws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🏢 Building Standards: ISO 27001, SOC 2 Type II certification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🎤 Accessibility: WCAG 2.1 Level AA, multi-language support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🔐 Security Standards: OWASP Top 10 mitigation, regular penetration testing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📋 Call Recording: Explicit consent, opt-in mechanism, data retention limits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🛡️ API Security: OAuth 2.0, JWT tokens, rate limiting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📊 Audit Trail: Complete logging, immutable records, compliance reports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Cost Analysis &amp;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📊 Initial Investment: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Development: $150K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Infrastructure: $30K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Training: $10K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Testing: $20K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Total: $210K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💰 Annual Savings: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Labor reduction: $200K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Operational efficiency: $100K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Reduced incidents: $50K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Better analytics: $30K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Total: $380K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🤖 AI Improvements: Enhanced threat detection, predictive analytics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👤 Facial Recognition: Multi-modal biometric verification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🏥 Health Integration: Temperature screening, symptom detection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🚗 Autonomous Vehicles: Delivery robot and autonomous vehicle support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⛓️ Blockchain: Immutable audit logs using blockchain technology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🎯 Delivery Management: Specialized flows for package deliveries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🌍 Global Expansion: Multi-language and multi-currency support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Competitive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🥇 Industry-First: Voice-based check-in with 99% accuracy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⚡ Speed: 20-30 second check-in vs 5-10 minutes traditional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🔒 Security: Multi-layer threat detection and AI-powered analysis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📱 User Experience: Intuitive voice interface, minimal form filling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🔧 Integration: Seamless integration with smart home and IoT systems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📊 Analytics: Real-time insights and predictive analytics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💼 Scalability: Enterprise-grade architecture for unlimited growth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Team &amp;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👨‍💼 Lead Developer: 5+ years in full-stack development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👨‍🔬 ML Engineer: 4+ years in AI/ML and voice processing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👩‍💻 Security Expert: 6+ years in cybersecurity and encryption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👨‍📊 Data Scientist: 3+ years in analytics and business intelligence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👩‍💼 Product Manager: 5+ years in SaaS and product management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👨‍⚖️ Legal/Compliance: Expertise in GDPR, CCPA, and data regulations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🏆 Advisory Board: Industry experts from Fortune 500 companies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Success Metrics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📈 Technical Metrics: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99.9% system uptime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&lt; 30 sec check-in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99% voice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&lt; 1 sec notifications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10K+ concurrent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👥 Business Metrics: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85%+ user adoption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92% satisfaction score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60% security improvement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80% cost reduction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12-18 month ROI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Ready to Transform Visitor Management?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5E7EB"/>
                </a:solidFill>
              </a:defRPr>
            </a:pPr>
            <a:r>
              <a:t>Join us in revolutionizing security and access control with AI-powered voice technology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Thank You! 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5E7EB"/>
                </a:solidFill>
              </a:defRPr>
            </a:pPr>
            <a:r>
              <a:t>Questions &amp; Discussion</a:t>
            </a:r>
            <a:br/>
            <a:r>
              <a:t>Contact: your.email@example.com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